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6" r:id="rId3"/>
    <p:sldId id="257"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152" d="100"/>
          <a:sy n="152" d="100"/>
        </p:scale>
        <p:origin x="576" y="10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folie_LS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778693-3A38-1540-A2BE-EADEC66B394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Calibri" panose="020F0502020204030204" pitchFamily="34" charset="0"/>
            </a:endParaRPr>
          </a:p>
        </p:txBody>
      </p:sp>
      <p:sp>
        <p:nvSpPr>
          <p:cNvPr id="4" name="Line 3">
            <a:extLst>
              <a:ext uri="{FF2B5EF4-FFF2-40B4-BE49-F238E27FC236}">
                <a16:creationId xmlns:a16="http://schemas.microsoft.com/office/drawing/2014/main" id="{332D703C-206C-9013-9F25-15D75630A722}"/>
              </a:ext>
            </a:extLst>
          </p:cNvPr>
          <p:cNvSpPr>
            <a:spLocks noChangeShapeType="1"/>
          </p:cNvSpPr>
          <p:nvPr/>
        </p:nvSpPr>
        <p:spPr bwMode="auto">
          <a:xfrm rot="10800000" flipH="1">
            <a:off x="552244" y="2867524"/>
            <a:ext cx="10958652" cy="0"/>
          </a:xfrm>
          <a:prstGeom prst="line">
            <a:avLst/>
          </a:prstGeom>
          <a:noFill/>
          <a:ln w="38100">
            <a:gradFill flip="none" rotWithShape="1">
              <a:gsLst>
                <a:gs pos="0">
                  <a:schemeClr val="bg1"/>
                </a:gs>
                <a:gs pos="64000">
                  <a:srgbClr val="7AB51D"/>
                </a:gs>
              </a:gsLst>
              <a:lin ang="10800000" scaled="1"/>
              <a:tileRect/>
            </a:gradFill>
            <a:miter lim="800000"/>
            <a:headEnd/>
            <a:tailEnd/>
          </a:ln>
          <a:effectLst>
            <a:softEdge rad="0"/>
          </a:effectLst>
        </p:spPr>
        <p:txBody>
          <a:bodyPr lIns="0" tIns="0" rIns="0" bIns="0">
            <a:prstTxWarp prst="textNoShape">
              <a:avLst/>
            </a:prstTxWarp>
          </a:bodyPr>
          <a:lstStyle/>
          <a:p>
            <a:pPr>
              <a:defRPr/>
            </a:pPr>
            <a:endParaRPr lang="en-US" sz="1266" b="1">
              <a:latin typeface="Calibri" panose="020F0502020204030204" pitchFamily="34" charset="0"/>
            </a:endParaRPr>
          </a:p>
        </p:txBody>
      </p:sp>
      <p:pic>
        <p:nvPicPr>
          <p:cNvPr id="5" name="Picture 13">
            <a:extLst>
              <a:ext uri="{FF2B5EF4-FFF2-40B4-BE49-F238E27FC236}">
                <a16:creationId xmlns:a16="http://schemas.microsoft.com/office/drawing/2014/main" id="{5112925D-60A9-ED3F-9E7E-67890E2D0B8F}"/>
              </a:ext>
            </a:extLst>
          </p:cNvPr>
          <p:cNvPicPr>
            <a:picLocks noChangeAspect="1"/>
          </p:cNvPicPr>
          <p:nvPr/>
        </p:nvPicPr>
        <p:blipFill>
          <a:blip r:embed="rId2"/>
          <a:srcRect/>
          <a:stretch/>
        </p:blipFill>
        <p:spPr>
          <a:xfrm>
            <a:off x="10167870" y="4926526"/>
            <a:ext cx="1968195" cy="1931474"/>
          </a:xfrm>
          <a:prstGeom prst="rect">
            <a:avLst/>
          </a:prstGeom>
        </p:spPr>
      </p:pic>
      <p:pic>
        <p:nvPicPr>
          <p:cNvPr id="6" name="Picture 11" descr="A blue and black rectangles&#10;&#10;Description automatically generated with low confidence">
            <a:extLst>
              <a:ext uri="{FF2B5EF4-FFF2-40B4-BE49-F238E27FC236}">
                <a16:creationId xmlns:a16="http://schemas.microsoft.com/office/drawing/2014/main" id="{095E8400-2D38-B2FA-8821-543D2A733C57}"/>
              </a:ext>
            </a:extLst>
          </p:cNvPr>
          <p:cNvPicPr>
            <a:picLocks noChangeAspect="1"/>
          </p:cNvPicPr>
          <p:nvPr/>
        </p:nvPicPr>
        <p:blipFill>
          <a:blip r:embed="rId3"/>
          <a:stretch>
            <a:fillRect/>
          </a:stretch>
        </p:blipFill>
        <p:spPr>
          <a:xfrm>
            <a:off x="552244" y="5780200"/>
            <a:ext cx="1538189" cy="799137"/>
          </a:xfrm>
          <a:prstGeom prst="rect">
            <a:avLst/>
          </a:prstGeom>
        </p:spPr>
      </p:pic>
      <p:sp>
        <p:nvSpPr>
          <p:cNvPr id="8" name="Titel 7">
            <a:extLst>
              <a:ext uri="{FF2B5EF4-FFF2-40B4-BE49-F238E27FC236}">
                <a16:creationId xmlns:a16="http://schemas.microsoft.com/office/drawing/2014/main" id="{FCB1B460-9C8E-CB6C-D0E4-7CC22E8E0D32}"/>
              </a:ext>
            </a:extLst>
          </p:cNvPr>
          <p:cNvSpPr>
            <a:spLocks noGrp="1"/>
          </p:cNvSpPr>
          <p:nvPr>
            <p:ph type="title"/>
          </p:nvPr>
        </p:nvSpPr>
        <p:spPr>
          <a:xfrm>
            <a:off x="494188" y="1787523"/>
            <a:ext cx="11520000" cy="1080000"/>
          </a:xfrm>
          <a:prstGeom prst="rect">
            <a:avLst/>
          </a:prstGeom>
        </p:spPr>
        <p:txBody>
          <a:bodyPr anchor="b">
            <a:noAutofit/>
          </a:bodyPr>
          <a:lstStyle>
            <a:lvl1pPr>
              <a:defRPr sz="3200">
                <a:solidFill>
                  <a:schemeClr val="tx1">
                    <a:lumMod val="65000"/>
                    <a:lumOff val="35000"/>
                  </a:schemeClr>
                </a:solidFill>
              </a:defRPr>
            </a:lvl1pPr>
          </a:lstStyle>
          <a:p>
            <a:r>
              <a:rPr lang="de-DE"/>
              <a:t>Mastertitelformat bearbeiten</a:t>
            </a:r>
            <a:endParaRPr lang="de-DE" dirty="0"/>
          </a:p>
        </p:txBody>
      </p:sp>
      <p:sp>
        <p:nvSpPr>
          <p:cNvPr id="10" name="Inhaltsplatzhalter 9">
            <a:extLst>
              <a:ext uri="{FF2B5EF4-FFF2-40B4-BE49-F238E27FC236}">
                <a16:creationId xmlns:a16="http://schemas.microsoft.com/office/drawing/2014/main" id="{D4C5DFDD-7F34-717D-AEF3-A18C4F2AB5AB}"/>
              </a:ext>
            </a:extLst>
          </p:cNvPr>
          <p:cNvSpPr>
            <a:spLocks noGrp="1"/>
          </p:cNvSpPr>
          <p:nvPr>
            <p:ph sz="quarter" idx="10" hasCustomPrompt="1"/>
          </p:nvPr>
        </p:nvSpPr>
        <p:spPr>
          <a:xfrm>
            <a:off x="494188" y="2972414"/>
            <a:ext cx="11520000" cy="312936"/>
          </a:xfrm>
        </p:spPr>
        <p:txBody>
          <a:bodyPr>
            <a:noAutofit/>
          </a:bodyPr>
          <a:lstStyle>
            <a:lvl1pPr marL="0" indent="0">
              <a:buNone/>
              <a:defRPr sz="2000" i="1">
                <a:latin typeface="+mn-lt"/>
              </a:defRPr>
            </a:lvl1pPr>
          </a:lstStyle>
          <a:p>
            <a:pPr lvl="0"/>
            <a:r>
              <a:rPr lang="de-DE" dirty="0" err="1"/>
              <a:t>Subtitle</a:t>
            </a:r>
            <a:endParaRPr lang="de-DE" dirty="0"/>
          </a:p>
        </p:txBody>
      </p:sp>
      <p:sp>
        <p:nvSpPr>
          <p:cNvPr id="11" name="Inhaltsplatzhalter 9">
            <a:extLst>
              <a:ext uri="{FF2B5EF4-FFF2-40B4-BE49-F238E27FC236}">
                <a16:creationId xmlns:a16="http://schemas.microsoft.com/office/drawing/2014/main" id="{6447E8E3-03B3-CD18-A5BB-BDEE17125F72}"/>
              </a:ext>
            </a:extLst>
          </p:cNvPr>
          <p:cNvSpPr>
            <a:spLocks noGrp="1"/>
          </p:cNvSpPr>
          <p:nvPr>
            <p:ph sz="quarter" idx="11" hasCustomPrompt="1"/>
          </p:nvPr>
        </p:nvSpPr>
        <p:spPr>
          <a:xfrm>
            <a:off x="494188" y="3325925"/>
            <a:ext cx="11520000" cy="312936"/>
          </a:xfrm>
        </p:spPr>
        <p:txBody>
          <a:bodyPr>
            <a:noAutofit/>
          </a:bodyPr>
          <a:lstStyle>
            <a:lvl1pPr marL="0" indent="0">
              <a:buNone/>
              <a:defRPr sz="2000" i="0">
                <a:latin typeface="+mn-lt"/>
              </a:defRPr>
            </a:lvl1pPr>
          </a:lstStyle>
          <a:p>
            <a:pPr lvl="0"/>
            <a:r>
              <a:rPr lang="de-DE" dirty="0"/>
              <a:t>Date</a:t>
            </a:r>
          </a:p>
        </p:txBody>
      </p:sp>
      <p:sp>
        <p:nvSpPr>
          <p:cNvPr id="12" name="Inhaltsplatzhalter 9">
            <a:extLst>
              <a:ext uri="{FF2B5EF4-FFF2-40B4-BE49-F238E27FC236}">
                <a16:creationId xmlns:a16="http://schemas.microsoft.com/office/drawing/2014/main" id="{90B7E13C-6AED-A96A-DFFD-29A7DF10E4E3}"/>
              </a:ext>
            </a:extLst>
          </p:cNvPr>
          <p:cNvSpPr>
            <a:spLocks noGrp="1"/>
          </p:cNvSpPr>
          <p:nvPr>
            <p:ph sz="quarter" idx="12" hasCustomPrompt="1"/>
          </p:nvPr>
        </p:nvSpPr>
        <p:spPr>
          <a:xfrm>
            <a:off x="494188" y="4297363"/>
            <a:ext cx="11520000" cy="312936"/>
          </a:xfrm>
        </p:spPr>
        <p:txBody>
          <a:bodyPr>
            <a:noAutofit/>
          </a:bodyPr>
          <a:lstStyle>
            <a:lvl1pPr marL="0" indent="0">
              <a:buNone/>
              <a:defRPr sz="2000" i="0">
                <a:latin typeface="+mn-lt"/>
              </a:defRPr>
            </a:lvl1pPr>
          </a:lstStyle>
          <a:p>
            <a:pPr lvl="0"/>
            <a:r>
              <a:rPr lang="de-DE" dirty="0" err="1"/>
              <a:t>Your</a:t>
            </a:r>
            <a:r>
              <a:rPr lang="de-DE" dirty="0"/>
              <a:t> Name</a:t>
            </a:r>
          </a:p>
        </p:txBody>
      </p:sp>
      <p:sp>
        <p:nvSpPr>
          <p:cNvPr id="14" name="Textfeld 13">
            <a:extLst>
              <a:ext uri="{FF2B5EF4-FFF2-40B4-BE49-F238E27FC236}">
                <a16:creationId xmlns:a16="http://schemas.microsoft.com/office/drawing/2014/main" id="{CEA38894-2CF7-EB1B-6E8A-7395C31C1928}"/>
              </a:ext>
            </a:extLst>
          </p:cNvPr>
          <p:cNvSpPr txBox="1"/>
          <p:nvPr/>
        </p:nvSpPr>
        <p:spPr>
          <a:xfrm>
            <a:off x="494188" y="4618947"/>
            <a:ext cx="11520000" cy="400110"/>
          </a:xfrm>
          <a:prstGeom prst="rect">
            <a:avLst/>
          </a:prstGeom>
          <a:noFill/>
        </p:spPr>
        <p:txBody>
          <a:bodyPr wrap="square" rtlCol="0">
            <a:spAutoFit/>
          </a:bodyPr>
          <a:lstStyle/>
          <a:p>
            <a:r>
              <a:rPr lang="de-DE" sz="2000" i="1" dirty="0">
                <a:solidFill>
                  <a:schemeClr val="tx1">
                    <a:lumMod val="65000"/>
                    <a:lumOff val="35000"/>
                  </a:schemeClr>
                </a:solidFill>
              </a:rPr>
              <a:t>Learning Systems and Robotics Laboratory</a:t>
            </a:r>
          </a:p>
        </p:txBody>
      </p:sp>
    </p:spTree>
    <p:extLst>
      <p:ext uri="{BB962C8B-B14F-4D97-AF65-F5344CB8AC3E}">
        <p14:creationId xmlns:p14="http://schemas.microsoft.com/office/powerpoint/2010/main" val="3514666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folie_Chai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778693-3A38-1540-A2BE-EADEC66B394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Calibri" panose="020F0502020204030204" pitchFamily="34" charset="0"/>
            </a:endParaRPr>
          </a:p>
        </p:txBody>
      </p:sp>
      <p:sp>
        <p:nvSpPr>
          <p:cNvPr id="4" name="Line 3">
            <a:extLst>
              <a:ext uri="{FF2B5EF4-FFF2-40B4-BE49-F238E27FC236}">
                <a16:creationId xmlns:a16="http://schemas.microsoft.com/office/drawing/2014/main" id="{332D703C-206C-9013-9F25-15D75630A722}"/>
              </a:ext>
            </a:extLst>
          </p:cNvPr>
          <p:cNvSpPr>
            <a:spLocks noChangeShapeType="1"/>
          </p:cNvSpPr>
          <p:nvPr/>
        </p:nvSpPr>
        <p:spPr bwMode="auto">
          <a:xfrm rot="10800000" flipH="1">
            <a:off x="552244" y="2867524"/>
            <a:ext cx="10958652" cy="0"/>
          </a:xfrm>
          <a:prstGeom prst="line">
            <a:avLst/>
          </a:prstGeom>
          <a:noFill/>
          <a:ln w="38100">
            <a:gradFill flip="none" rotWithShape="1">
              <a:gsLst>
                <a:gs pos="0">
                  <a:schemeClr val="bg1"/>
                </a:gs>
                <a:gs pos="64000">
                  <a:srgbClr val="7AB51D"/>
                </a:gs>
              </a:gsLst>
              <a:lin ang="10800000" scaled="1"/>
              <a:tileRect/>
            </a:gradFill>
            <a:miter lim="800000"/>
            <a:headEnd/>
            <a:tailEnd/>
          </a:ln>
          <a:effectLst>
            <a:softEdge rad="0"/>
          </a:effectLst>
        </p:spPr>
        <p:txBody>
          <a:bodyPr lIns="0" tIns="0" rIns="0" bIns="0">
            <a:prstTxWarp prst="textNoShape">
              <a:avLst/>
            </a:prstTxWarp>
          </a:bodyPr>
          <a:lstStyle/>
          <a:p>
            <a:pPr>
              <a:defRPr/>
            </a:pPr>
            <a:endParaRPr lang="en-US" sz="1266" b="1">
              <a:latin typeface="Calibri" panose="020F0502020204030204" pitchFamily="34" charset="0"/>
            </a:endParaRPr>
          </a:p>
        </p:txBody>
      </p:sp>
      <p:pic>
        <p:nvPicPr>
          <p:cNvPr id="5" name="Picture 13">
            <a:extLst>
              <a:ext uri="{FF2B5EF4-FFF2-40B4-BE49-F238E27FC236}">
                <a16:creationId xmlns:a16="http://schemas.microsoft.com/office/drawing/2014/main" id="{5112925D-60A9-ED3F-9E7E-67890E2D0B8F}"/>
              </a:ext>
            </a:extLst>
          </p:cNvPr>
          <p:cNvPicPr>
            <a:picLocks noChangeAspect="1"/>
          </p:cNvPicPr>
          <p:nvPr/>
        </p:nvPicPr>
        <p:blipFill>
          <a:blip r:embed="rId2"/>
          <a:srcRect/>
          <a:stretch/>
        </p:blipFill>
        <p:spPr>
          <a:xfrm>
            <a:off x="10167870" y="4926526"/>
            <a:ext cx="1968195" cy="1931474"/>
          </a:xfrm>
          <a:prstGeom prst="rect">
            <a:avLst/>
          </a:prstGeom>
        </p:spPr>
      </p:pic>
      <p:pic>
        <p:nvPicPr>
          <p:cNvPr id="6" name="Picture 11" descr="A blue and black rectangles&#10;&#10;Description automatically generated with low confidence">
            <a:extLst>
              <a:ext uri="{FF2B5EF4-FFF2-40B4-BE49-F238E27FC236}">
                <a16:creationId xmlns:a16="http://schemas.microsoft.com/office/drawing/2014/main" id="{095E8400-2D38-B2FA-8821-543D2A733C57}"/>
              </a:ext>
            </a:extLst>
          </p:cNvPr>
          <p:cNvPicPr>
            <a:picLocks noChangeAspect="1"/>
          </p:cNvPicPr>
          <p:nvPr/>
        </p:nvPicPr>
        <p:blipFill>
          <a:blip r:embed="rId3"/>
          <a:stretch>
            <a:fillRect/>
          </a:stretch>
        </p:blipFill>
        <p:spPr>
          <a:xfrm>
            <a:off x="552244" y="5780200"/>
            <a:ext cx="1538189" cy="799137"/>
          </a:xfrm>
          <a:prstGeom prst="rect">
            <a:avLst/>
          </a:prstGeom>
        </p:spPr>
      </p:pic>
      <p:sp>
        <p:nvSpPr>
          <p:cNvPr id="8" name="Titel 7">
            <a:extLst>
              <a:ext uri="{FF2B5EF4-FFF2-40B4-BE49-F238E27FC236}">
                <a16:creationId xmlns:a16="http://schemas.microsoft.com/office/drawing/2014/main" id="{FCB1B460-9C8E-CB6C-D0E4-7CC22E8E0D32}"/>
              </a:ext>
            </a:extLst>
          </p:cNvPr>
          <p:cNvSpPr>
            <a:spLocks noGrp="1"/>
          </p:cNvSpPr>
          <p:nvPr>
            <p:ph type="title"/>
          </p:nvPr>
        </p:nvSpPr>
        <p:spPr>
          <a:xfrm>
            <a:off x="494188" y="1787523"/>
            <a:ext cx="11520000" cy="1080000"/>
          </a:xfrm>
          <a:prstGeom prst="rect">
            <a:avLst/>
          </a:prstGeom>
        </p:spPr>
        <p:txBody>
          <a:bodyPr anchor="b">
            <a:noAutofit/>
          </a:bodyPr>
          <a:lstStyle>
            <a:lvl1pPr>
              <a:defRPr sz="3200">
                <a:solidFill>
                  <a:schemeClr val="tx1">
                    <a:lumMod val="65000"/>
                    <a:lumOff val="35000"/>
                  </a:schemeClr>
                </a:solidFill>
              </a:defRPr>
            </a:lvl1pPr>
          </a:lstStyle>
          <a:p>
            <a:r>
              <a:rPr lang="de-DE"/>
              <a:t>Mastertitelformat bearbeiten</a:t>
            </a:r>
            <a:endParaRPr lang="de-DE" dirty="0"/>
          </a:p>
        </p:txBody>
      </p:sp>
      <p:sp>
        <p:nvSpPr>
          <p:cNvPr id="10" name="Inhaltsplatzhalter 9">
            <a:extLst>
              <a:ext uri="{FF2B5EF4-FFF2-40B4-BE49-F238E27FC236}">
                <a16:creationId xmlns:a16="http://schemas.microsoft.com/office/drawing/2014/main" id="{D4C5DFDD-7F34-717D-AEF3-A18C4F2AB5AB}"/>
              </a:ext>
            </a:extLst>
          </p:cNvPr>
          <p:cNvSpPr>
            <a:spLocks noGrp="1"/>
          </p:cNvSpPr>
          <p:nvPr>
            <p:ph sz="quarter" idx="10" hasCustomPrompt="1"/>
          </p:nvPr>
        </p:nvSpPr>
        <p:spPr>
          <a:xfrm>
            <a:off x="494188" y="2972414"/>
            <a:ext cx="11520000" cy="312936"/>
          </a:xfrm>
        </p:spPr>
        <p:txBody>
          <a:bodyPr>
            <a:noAutofit/>
          </a:bodyPr>
          <a:lstStyle>
            <a:lvl1pPr marL="0" indent="0">
              <a:buNone/>
              <a:defRPr sz="2000" i="1">
                <a:latin typeface="+mn-lt"/>
              </a:defRPr>
            </a:lvl1pPr>
          </a:lstStyle>
          <a:p>
            <a:pPr lvl="0"/>
            <a:r>
              <a:rPr lang="de-DE" dirty="0" err="1"/>
              <a:t>Subtitle</a:t>
            </a:r>
            <a:endParaRPr lang="de-DE" dirty="0"/>
          </a:p>
        </p:txBody>
      </p:sp>
      <p:sp>
        <p:nvSpPr>
          <p:cNvPr id="11" name="Inhaltsplatzhalter 9">
            <a:extLst>
              <a:ext uri="{FF2B5EF4-FFF2-40B4-BE49-F238E27FC236}">
                <a16:creationId xmlns:a16="http://schemas.microsoft.com/office/drawing/2014/main" id="{6447E8E3-03B3-CD18-A5BB-BDEE17125F72}"/>
              </a:ext>
            </a:extLst>
          </p:cNvPr>
          <p:cNvSpPr>
            <a:spLocks noGrp="1"/>
          </p:cNvSpPr>
          <p:nvPr>
            <p:ph sz="quarter" idx="11" hasCustomPrompt="1"/>
          </p:nvPr>
        </p:nvSpPr>
        <p:spPr>
          <a:xfrm>
            <a:off x="494188" y="3325925"/>
            <a:ext cx="11520000" cy="312936"/>
          </a:xfrm>
        </p:spPr>
        <p:txBody>
          <a:bodyPr>
            <a:noAutofit/>
          </a:bodyPr>
          <a:lstStyle>
            <a:lvl1pPr marL="0" indent="0">
              <a:buNone/>
              <a:defRPr sz="2000" i="0">
                <a:latin typeface="+mn-lt"/>
              </a:defRPr>
            </a:lvl1pPr>
          </a:lstStyle>
          <a:p>
            <a:pPr lvl="0"/>
            <a:r>
              <a:rPr lang="de-DE" dirty="0"/>
              <a:t>Date</a:t>
            </a:r>
          </a:p>
        </p:txBody>
      </p:sp>
      <p:sp>
        <p:nvSpPr>
          <p:cNvPr id="12" name="Inhaltsplatzhalter 9">
            <a:extLst>
              <a:ext uri="{FF2B5EF4-FFF2-40B4-BE49-F238E27FC236}">
                <a16:creationId xmlns:a16="http://schemas.microsoft.com/office/drawing/2014/main" id="{90B7E13C-6AED-A96A-DFFD-29A7DF10E4E3}"/>
              </a:ext>
            </a:extLst>
          </p:cNvPr>
          <p:cNvSpPr>
            <a:spLocks noGrp="1"/>
          </p:cNvSpPr>
          <p:nvPr>
            <p:ph sz="quarter" idx="12" hasCustomPrompt="1"/>
          </p:nvPr>
        </p:nvSpPr>
        <p:spPr>
          <a:xfrm>
            <a:off x="494188" y="4297363"/>
            <a:ext cx="11520000" cy="312936"/>
          </a:xfrm>
        </p:spPr>
        <p:txBody>
          <a:bodyPr>
            <a:noAutofit/>
          </a:bodyPr>
          <a:lstStyle>
            <a:lvl1pPr marL="0" indent="0">
              <a:buNone/>
              <a:defRPr sz="2000" i="0">
                <a:latin typeface="+mn-lt"/>
              </a:defRPr>
            </a:lvl1pPr>
          </a:lstStyle>
          <a:p>
            <a:pPr lvl="0"/>
            <a:r>
              <a:rPr lang="en-US" sz="2000" i="1" dirty="0">
                <a:solidFill>
                  <a:schemeClr val="tx1">
                    <a:lumMod val="65000"/>
                    <a:lumOff val="35000"/>
                  </a:schemeClr>
                </a:solidFill>
              </a:rPr>
              <a:t>Prof. Dr. Angela Schoellig</a:t>
            </a:r>
            <a:endParaRPr lang="de-DE" dirty="0"/>
          </a:p>
        </p:txBody>
      </p:sp>
      <p:sp>
        <p:nvSpPr>
          <p:cNvPr id="14" name="Textfeld 13">
            <a:extLst>
              <a:ext uri="{FF2B5EF4-FFF2-40B4-BE49-F238E27FC236}">
                <a16:creationId xmlns:a16="http://schemas.microsoft.com/office/drawing/2014/main" id="{CEA38894-2CF7-EB1B-6E8A-7395C31C1928}"/>
              </a:ext>
            </a:extLst>
          </p:cNvPr>
          <p:cNvSpPr txBox="1"/>
          <p:nvPr/>
        </p:nvSpPr>
        <p:spPr>
          <a:xfrm>
            <a:off x="494188" y="4614940"/>
            <a:ext cx="11520000" cy="707886"/>
          </a:xfrm>
          <a:prstGeom prst="rect">
            <a:avLst/>
          </a:prstGeom>
          <a:noFill/>
        </p:spPr>
        <p:txBody>
          <a:bodyPr wrap="square" rtlCol="0">
            <a:spAutoFit/>
          </a:bodyPr>
          <a:lstStyle/>
          <a:p>
            <a:r>
              <a:rPr lang="en-US" sz="2000" i="1" dirty="0">
                <a:solidFill>
                  <a:schemeClr val="tx1">
                    <a:lumMod val="65000"/>
                    <a:lumOff val="35000"/>
                  </a:schemeClr>
                </a:solidFill>
              </a:rPr>
              <a:t>Chair of Safety, Performance and Reliability for Learning Systems</a:t>
            </a:r>
            <a:br>
              <a:rPr lang="en-US" sz="2000" i="1" dirty="0">
                <a:solidFill>
                  <a:schemeClr val="tx1">
                    <a:lumMod val="65000"/>
                    <a:lumOff val="35000"/>
                  </a:schemeClr>
                </a:solidFill>
              </a:rPr>
            </a:br>
            <a:r>
              <a:rPr lang="en-US" sz="2000" i="1" dirty="0">
                <a:solidFill>
                  <a:schemeClr val="tx1">
                    <a:lumMod val="65000"/>
                    <a:lumOff val="35000"/>
                  </a:schemeClr>
                </a:solidFill>
              </a:rPr>
              <a:t>School of Computation, Information and Technology</a:t>
            </a:r>
          </a:p>
        </p:txBody>
      </p:sp>
    </p:spTree>
    <p:extLst>
      <p:ext uri="{BB962C8B-B14F-4D97-AF65-F5344CB8AC3E}">
        <p14:creationId xmlns:p14="http://schemas.microsoft.com/office/powerpoint/2010/main" val="1345900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778693-3A38-1540-A2BE-EADEC66B3949}"/>
              </a:ext>
            </a:extLst>
          </p:cNvPr>
          <p:cNvSpPr/>
          <p:nvPr/>
        </p:nvSpPr>
        <p:spPr>
          <a:xfrm>
            <a:off x="0" y="0"/>
            <a:ext cx="12192000" cy="14879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Calibri" panose="020F0502020204030204" pitchFamily="34" charset="0"/>
            </a:endParaRPr>
          </a:p>
        </p:txBody>
      </p:sp>
      <p:sp>
        <p:nvSpPr>
          <p:cNvPr id="8" name="Titel 7">
            <a:extLst>
              <a:ext uri="{FF2B5EF4-FFF2-40B4-BE49-F238E27FC236}">
                <a16:creationId xmlns:a16="http://schemas.microsoft.com/office/drawing/2014/main" id="{FCB1B460-9C8E-CB6C-D0E4-7CC22E8E0D32}"/>
              </a:ext>
            </a:extLst>
          </p:cNvPr>
          <p:cNvSpPr>
            <a:spLocks noGrp="1"/>
          </p:cNvSpPr>
          <p:nvPr>
            <p:ph type="title"/>
          </p:nvPr>
        </p:nvSpPr>
        <p:spPr>
          <a:xfrm>
            <a:off x="582420" y="2679032"/>
            <a:ext cx="11520000" cy="633658"/>
          </a:xfrm>
          <a:prstGeom prst="rect">
            <a:avLst/>
          </a:prstGeom>
        </p:spPr>
        <p:txBody>
          <a:bodyPr anchor="b">
            <a:noAutofit/>
          </a:bodyPr>
          <a:lstStyle>
            <a:lvl1pPr>
              <a:defRPr sz="2800">
                <a:solidFill>
                  <a:schemeClr val="tx1">
                    <a:lumMod val="65000"/>
                    <a:lumOff val="35000"/>
                  </a:schemeClr>
                </a:solidFill>
              </a:defRPr>
            </a:lvl1pPr>
          </a:lstStyle>
          <a:p>
            <a:r>
              <a:rPr lang="de-DE"/>
              <a:t>Mastertitelformat bearbeiten</a:t>
            </a:r>
            <a:endParaRPr lang="de-DE" dirty="0"/>
          </a:p>
        </p:txBody>
      </p:sp>
      <p:sp>
        <p:nvSpPr>
          <p:cNvPr id="3" name="Textplatzhalter 7">
            <a:extLst>
              <a:ext uri="{FF2B5EF4-FFF2-40B4-BE49-F238E27FC236}">
                <a16:creationId xmlns:a16="http://schemas.microsoft.com/office/drawing/2014/main" id="{DD6D1FA6-8B2F-A650-E3C1-3CFCAF993DFE}"/>
              </a:ext>
            </a:extLst>
          </p:cNvPr>
          <p:cNvSpPr>
            <a:spLocks noGrp="1"/>
          </p:cNvSpPr>
          <p:nvPr>
            <p:ph type="body" sz="quarter" idx="11"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Tree>
    <p:extLst>
      <p:ext uri="{BB962C8B-B14F-4D97-AF65-F5344CB8AC3E}">
        <p14:creationId xmlns:p14="http://schemas.microsoft.com/office/powerpoint/2010/main" val="452193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2" name="Textplatzhalter 7">
            <a:extLst>
              <a:ext uri="{FF2B5EF4-FFF2-40B4-BE49-F238E27FC236}">
                <a16:creationId xmlns:a16="http://schemas.microsoft.com/office/drawing/2014/main" id="{AB2AEF6E-29D7-0603-5866-B8D5A2645DB5}"/>
              </a:ext>
            </a:extLst>
          </p:cNvPr>
          <p:cNvSpPr>
            <a:spLocks noGrp="1"/>
          </p:cNvSpPr>
          <p:nvPr>
            <p:ph type="body" sz="quarter" idx="11"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Tree>
    <p:extLst>
      <p:ext uri="{BB962C8B-B14F-4D97-AF65-F5344CB8AC3E}">
        <p14:creationId xmlns:p14="http://schemas.microsoft.com/office/powerpoint/2010/main" val="1404144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ndard">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18BBB40A-34ED-977B-6896-AA360A4DE38A}"/>
              </a:ext>
            </a:extLst>
          </p:cNvPr>
          <p:cNvSpPr>
            <a:spLocks noGrp="1"/>
          </p:cNvSpPr>
          <p:nvPr>
            <p:ph type="title"/>
          </p:nvPr>
        </p:nvSpPr>
        <p:spPr>
          <a:xfrm>
            <a:off x="382905" y="727962"/>
            <a:ext cx="10515600" cy="419804"/>
          </a:xfrm>
          <a:prstGeom prst="rect">
            <a:avLst/>
          </a:prstGeom>
        </p:spPr>
        <p:txBody>
          <a:bodyPr vert="horz" lIns="91440" tIns="45720" rIns="91440" bIns="45720" rtlCol="0" anchor="ctr">
            <a:normAutofit/>
          </a:bodyPr>
          <a:lstStyle/>
          <a:p>
            <a:r>
              <a:rPr lang="de-DE">
                <a:solidFill>
                  <a:schemeClr val="tx1">
                    <a:lumMod val="75000"/>
                    <a:lumOff val="25000"/>
                  </a:schemeClr>
                </a:solidFill>
                <a:latin typeface="Oswald" panose="00000500000000000000" pitchFamily="2" charset="0"/>
              </a:rPr>
              <a:t>Mastertitelformat bearbeiten</a:t>
            </a:r>
            <a:endParaRPr lang="en-US" dirty="0">
              <a:solidFill>
                <a:schemeClr val="tx1">
                  <a:lumMod val="75000"/>
                  <a:lumOff val="25000"/>
                </a:schemeClr>
              </a:solidFill>
              <a:latin typeface="Oswald" panose="00000500000000000000" pitchFamily="2" charset="0"/>
              <a:ea typeface="Open Sans Condensed Light" panose="020B0306030504020204" pitchFamily="34" charset="0"/>
              <a:cs typeface="Open Sans Condensed Light" panose="020B0306030504020204" pitchFamily="34" charset="0"/>
            </a:endParaRPr>
          </a:p>
        </p:txBody>
      </p:sp>
      <p:sp>
        <p:nvSpPr>
          <p:cNvPr id="11" name="Inhaltsplatzhalter 10">
            <a:extLst>
              <a:ext uri="{FF2B5EF4-FFF2-40B4-BE49-F238E27FC236}">
                <a16:creationId xmlns:a16="http://schemas.microsoft.com/office/drawing/2014/main" id="{05364FF8-4533-422D-5E3A-8BB4DECB6937}"/>
              </a:ext>
            </a:extLst>
          </p:cNvPr>
          <p:cNvSpPr>
            <a:spLocks noGrp="1"/>
          </p:cNvSpPr>
          <p:nvPr>
            <p:ph sz="quarter" idx="10"/>
          </p:nvPr>
        </p:nvSpPr>
        <p:spPr>
          <a:xfrm>
            <a:off x="841372" y="1350963"/>
            <a:ext cx="10056815" cy="4778375"/>
          </a:xfrm>
        </p:spPr>
        <p:txBody>
          <a:bodyPr>
            <a:normAutofit/>
          </a:bodyPr>
          <a:lstStyle>
            <a:lvl1pPr>
              <a:defRPr sz="2400"/>
            </a:lvl1pPr>
            <a:lvl2pPr>
              <a:defRPr sz="2000"/>
            </a:lvl2pPr>
            <a:lvl3pPr>
              <a:defRPr sz="18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7">
            <a:extLst>
              <a:ext uri="{FF2B5EF4-FFF2-40B4-BE49-F238E27FC236}">
                <a16:creationId xmlns:a16="http://schemas.microsoft.com/office/drawing/2014/main" id="{630D7BA6-D517-500C-42CE-5F7DF509BA03}"/>
              </a:ext>
            </a:extLst>
          </p:cNvPr>
          <p:cNvSpPr>
            <a:spLocks noGrp="1"/>
          </p:cNvSpPr>
          <p:nvPr>
            <p:ph type="body" sz="quarter" idx="11"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
        <p:nvSpPr>
          <p:cNvPr id="2" name="Textplatzhalter 5">
            <a:extLst>
              <a:ext uri="{FF2B5EF4-FFF2-40B4-BE49-F238E27FC236}">
                <a16:creationId xmlns:a16="http://schemas.microsoft.com/office/drawing/2014/main" id="{8285C1BE-97B3-A3EE-FF6E-5A49E23F1471}"/>
              </a:ext>
            </a:extLst>
          </p:cNvPr>
          <p:cNvSpPr>
            <a:spLocks noGrp="1"/>
          </p:cNvSpPr>
          <p:nvPr>
            <p:ph type="body" sz="quarter" idx="12" hasCustomPrompt="1"/>
          </p:nvPr>
        </p:nvSpPr>
        <p:spPr>
          <a:xfrm>
            <a:off x="386599" y="385065"/>
            <a:ext cx="10515599" cy="419804"/>
          </a:xfrm>
        </p:spPr>
        <p:txBody>
          <a:bodyPr>
            <a:noAutofit/>
          </a:bodyPr>
          <a:lstStyle>
            <a:lvl1pPr marL="0" indent="0">
              <a:buNone/>
              <a:defRPr lang="en-US" sz="2000" kern="1200" dirty="0">
                <a:solidFill>
                  <a:schemeClr val="tx1">
                    <a:lumMod val="75000"/>
                    <a:lumOff val="25000"/>
                  </a:schemeClr>
                </a:solidFill>
                <a:latin typeface="Oswald ExtraLight" panose="00000300000000000000" pitchFamily="2" charset="0"/>
                <a:ea typeface="+mj-ea"/>
                <a:cs typeface="+mj-cs"/>
              </a:defRPr>
            </a:lvl1pPr>
          </a:lstStyle>
          <a:p>
            <a:pPr lvl="0"/>
            <a:r>
              <a:rPr lang="de-DE" err="1"/>
              <a:t>Sectiontitle</a:t>
            </a:r>
            <a:endParaRPr lang="en-US"/>
          </a:p>
        </p:txBody>
      </p:sp>
    </p:spTree>
    <p:extLst>
      <p:ext uri="{BB962C8B-B14F-4D97-AF65-F5344CB8AC3E}">
        <p14:creationId xmlns:p14="http://schemas.microsoft.com/office/powerpoint/2010/main" val="2874792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ide by sid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200C05F-8EC2-CE99-743A-0CC8BB7D3C89}"/>
              </a:ext>
            </a:extLst>
          </p:cNvPr>
          <p:cNvSpPr>
            <a:spLocks noGrp="1"/>
          </p:cNvSpPr>
          <p:nvPr>
            <p:ph type="title"/>
          </p:nvPr>
        </p:nvSpPr>
        <p:spPr>
          <a:xfrm>
            <a:off x="382905" y="727962"/>
            <a:ext cx="10515600" cy="419804"/>
          </a:xfrm>
          <a:prstGeom prst="rect">
            <a:avLst/>
          </a:prstGeom>
        </p:spPr>
        <p:txBody>
          <a:bodyPr vert="horz" lIns="91440" tIns="45720" rIns="91440" bIns="45720" rtlCol="0" anchor="ctr">
            <a:normAutofit/>
          </a:bodyPr>
          <a:lstStyle/>
          <a:p>
            <a:r>
              <a:rPr lang="de-DE">
                <a:solidFill>
                  <a:schemeClr val="tx1">
                    <a:lumMod val="75000"/>
                    <a:lumOff val="25000"/>
                  </a:schemeClr>
                </a:solidFill>
                <a:latin typeface="Oswald" panose="00000500000000000000" pitchFamily="2" charset="0"/>
              </a:rPr>
              <a:t>Mastertitelformat bearbeiten</a:t>
            </a:r>
            <a:endParaRPr lang="en-US" dirty="0">
              <a:solidFill>
                <a:schemeClr val="tx1">
                  <a:lumMod val="75000"/>
                  <a:lumOff val="25000"/>
                </a:schemeClr>
              </a:solidFill>
              <a:latin typeface="Oswald" panose="00000500000000000000" pitchFamily="2" charset="0"/>
              <a:ea typeface="Open Sans Condensed Light" panose="020B0306030504020204" pitchFamily="34" charset="0"/>
              <a:cs typeface="Open Sans Condensed Light" panose="020B0306030504020204" pitchFamily="34" charset="0"/>
            </a:endParaRPr>
          </a:p>
        </p:txBody>
      </p:sp>
      <p:sp>
        <p:nvSpPr>
          <p:cNvPr id="11" name="Inhaltsplatzhalter 10">
            <a:extLst>
              <a:ext uri="{FF2B5EF4-FFF2-40B4-BE49-F238E27FC236}">
                <a16:creationId xmlns:a16="http://schemas.microsoft.com/office/drawing/2014/main" id="{BA840236-F352-AB01-99DD-BF5E75C97C6E}"/>
              </a:ext>
            </a:extLst>
          </p:cNvPr>
          <p:cNvSpPr>
            <a:spLocks noGrp="1"/>
          </p:cNvSpPr>
          <p:nvPr>
            <p:ph sz="quarter" idx="10"/>
          </p:nvPr>
        </p:nvSpPr>
        <p:spPr>
          <a:xfrm>
            <a:off x="841373" y="1350963"/>
            <a:ext cx="4802189" cy="4779075"/>
          </a:xfrm>
        </p:spPr>
        <p:txBody>
          <a:bodyPr>
            <a:normAutofit/>
          </a:bodyPr>
          <a:lstStyle>
            <a:lvl1pPr>
              <a:defRPr sz="2400"/>
            </a:lvl1pPr>
            <a:lvl2pPr>
              <a:defRPr sz="2000"/>
            </a:lvl2pPr>
            <a:lvl3pPr>
              <a:defRPr sz="18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4" name="Inhaltsplatzhalter 13">
            <a:extLst>
              <a:ext uri="{FF2B5EF4-FFF2-40B4-BE49-F238E27FC236}">
                <a16:creationId xmlns:a16="http://schemas.microsoft.com/office/drawing/2014/main" id="{06FCA2AE-4E9A-9E36-3148-3F4D8F50D1B7}"/>
              </a:ext>
            </a:extLst>
          </p:cNvPr>
          <p:cNvSpPr>
            <a:spLocks noGrp="1"/>
          </p:cNvSpPr>
          <p:nvPr>
            <p:ph sz="quarter" idx="11"/>
          </p:nvPr>
        </p:nvSpPr>
        <p:spPr>
          <a:xfrm>
            <a:off x="6096000" y="1350963"/>
            <a:ext cx="4802188" cy="4779074"/>
          </a:xfrm>
        </p:spPr>
        <p:txBody>
          <a:bodyPr>
            <a:normAutofit/>
          </a:bodyPr>
          <a:lstStyle>
            <a:lvl1pPr>
              <a:defRPr sz="2400"/>
            </a:lvl1pPr>
            <a:lvl2pPr>
              <a:defRPr sz="2000"/>
            </a:lvl2pPr>
            <a:lvl3pPr>
              <a:defRPr sz="18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Textplatzhalter 5">
            <a:extLst>
              <a:ext uri="{FF2B5EF4-FFF2-40B4-BE49-F238E27FC236}">
                <a16:creationId xmlns:a16="http://schemas.microsoft.com/office/drawing/2014/main" id="{D5F8ED99-64E0-0F9D-F602-1EF68AEAC148}"/>
              </a:ext>
            </a:extLst>
          </p:cNvPr>
          <p:cNvSpPr>
            <a:spLocks noGrp="1"/>
          </p:cNvSpPr>
          <p:nvPr>
            <p:ph type="body" sz="quarter" idx="12" hasCustomPrompt="1"/>
          </p:nvPr>
        </p:nvSpPr>
        <p:spPr>
          <a:xfrm>
            <a:off x="386599" y="385065"/>
            <a:ext cx="10515599" cy="419804"/>
          </a:xfrm>
        </p:spPr>
        <p:txBody>
          <a:bodyPr>
            <a:noAutofit/>
          </a:bodyPr>
          <a:lstStyle>
            <a:lvl1pPr marL="0" indent="0">
              <a:buNone/>
              <a:defRPr lang="en-US" sz="2000" kern="1200" dirty="0">
                <a:solidFill>
                  <a:schemeClr val="tx1">
                    <a:lumMod val="75000"/>
                    <a:lumOff val="25000"/>
                  </a:schemeClr>
                </a:solidFill>
                <a:latin typeface="Oswald ExtraLight" panose="00000300000000000000" pitchFamily="2" charset="0"/>
                <a:ea typeface="+mj-ea"/>
                <a:cs typeface="+mj-cs"/>
              </a:defRPr>
            </a:lvl1pPr>
          </a:lstStyle>
          <a:p>
            <a:pPr lvl="0"/>
            <a:r>
              <a:rPr lang="de-DE" dirty="0" err="1"/>
              <a:t>Sectiontitle</a:t>
            </a:r>
            <a:endParaRPr lang="en-US" dirty="0"/>
          </a:p>
        </p:txBody>
      </p:sp>
      <p:sp>
        <p:nvSpPr>
          <p:cNvPr id="3" name="Textplatzhalter 7">
            <a:extLst>
              <a:ext uri="{FF2B5EF4-FFF2-40B4-BE49-F238E27FC236}">
                <a16:creationId xmlns:a16="http://schemas.microsoft.com/office/drawing/2014/main" id="{389AF915-F8DC-714E-C7B9-AB70250478F0}"/>
              </a:ext>
            </a:extLst>
          </p:cNvPr>
          <p:cNvSpPr>
            <a:spLocks noGrp="1"/>
          </p:cNvSpPr>
          <p:nvPr>
            <p:ph type="body" sz="quarter" idx="13"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Tree>
    <p:extLst>
      <p:ext uri="{BB962C8B-B14F-4D97-AF65-F5344CB8AC3E}">
        <p14:creationId xmlns:p14="http://schemas.microsoft.com/office/powerpoint/2010/main" val="1321202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B0C6BB-F024-7B4F-A916-1E574B1541C8}"/>
              </a:ext>
            </a:extLst>
          </p:cNvPr>
          <p:cNvSpPr>
            <a:spLocks noGrp="1"/>
          </p:cNvSpPr>
          <p:nvPr>
            <p:ph type="body" idx="1"/>
          </p:nvPr>
        </p:nvSpPr>
        <p:spPr>
          <a:xfrm>
            <a:off x="838200" y="1290568"/>
            <a:ext cx="10515600" cy="4886395"/>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cxnSp>
        <p:nvCxnSpPr>
          <p:cNvPr id="19" name="Straight Connector 18">
            <a:extLst>
              <a:ext uri="{FF2B5EF4-FFF2-40B4-BE49-F238E27FC236}">
                <a16:creationId xmlns:a16="http://schemas.microsoft.com/office/drawing/2014/main" id="{E4E4E9B8-101E-8C40-885A-F55C07567F21}"/>
              </a:ext>
            </a:extLst>
          </p:cNvPr>
          <p:cNvCxnSpPr>
            <a:cxnSpLocks/>
          </p:cNvCxnSpPr>
          <p:nvPr/>
        </p:nvCxnSpPr>
        <p:spPr bwMode="auto">
          <a:xfrm>
            <a:off x="360000" y="1152000"/>
            <a:ext cx="10560078" cy="0"/>
          </a:xfrm>
          <a:prstGeom prst="line">
            <a:avLst/>
          </a:prstGeom>
          <a:blipFill dpi="0" rotWithShape="0">
            <a:blip r:embed="rId8"/>
            <a:srcRect/>
            <a:tile tx="0" ty="0" sx="100000" sy="100000" flip="none" algn="tl"/>
          </a:blipFill>
          <a:ln w="12700" cap="flat" cmpd="sng" algn="ctr">
            <a:solidFill>
              <a:srgbClr val="7AB51D"/>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05AE2691-09BB-C647-9FCF-013218485002}"/>
              </a:ext>
            </a:extLst>
          </p:cNvPr>
          <p:cNvCxnSpPr>
            <a:cxnSpLocks/>
          </p:cNvCxnSpPr>
          <p:nvPr/>
        </p:nvCxnSpPr>
        <p:spPr bwMode="auto">
          <a:xfrm>
            <a:off x="360000" y="6226072"/>
            <a:ext cx="11520000" cy="0"/>
          </a:xfrm>
          <a:prstGeom prst="line">
            <a:avLst/>
          </a:prstGeom>
          <a:blipFill dpi="0" rotWithShape="0">
            <a:blip r:embed="rId8"/>
            <a:srcRect/>
            <a:tile tx="0" ty="0" sx="100000" sy="100000" flip="none" algn="tl"/>
          </a:blipFill>
          <a:ln w="12700" cap="flat" cmpd="sng" algn="ctr">
            <a:solidFill>
              <a:srgbClr val="7AB51D"/>
            </a:solidFill>
            <a:prstDash val="solid"/>
            <a:round/>
            <a:headEnd type="none" w="med" len="med"/>
            <a:tailEnd type="none" w="med" len="med"/>
          </a:ln>
          <a:effectLst/>
        </p:spPr>
      </p:cxnSp>
      <p:sp>
        <p:nvSpPr>
          <p:cNvPr id="21" name="Slide Number Placeholder 6">
            <a:extLst>
              <a:ext uri="{FF2B5EF4-FFF2-40B4-BE49-F238E27FC236}">
                <a16:creationId xmlns:a16="http://schemas.microsoft.com/office/drawing/2014/main" id="{D9B11A88-1872-3E4D-8357-93920F91A5D7}"/>
              </a:ext>
            </a:extLst>
          </p:cNvPr>
          <p:cNvSpPr txBox="1">
            <a:spLocks/>
          </p:cNvSpPr>
          <p:nvPr/>
        </p:nvSpPr>
        <p:spPr>
          <a:xfrm>
            <a:off x="9330723" y="6389195"/>
            <a:ext cx="2585551" cy="365000"/>
          </a:xfrm>
          <a:prstGeom prst="rect">
            <a:avLst/>
          </a:prstGeom>
        </p:spPr>
        <p:txBody>
          <a:bodyPr/>
          <a:lstStyle>
            <a:defPPr>
              <a:defRPr lang="en-US"/>
            </a:defPPr>
            <a:lvl1pPr marL="0" algn="r" defTabSz="914400" rtl="0" eaLnBrk="1" latinLnBrk="0" hangingPunct="1">
              <a:defRPr sz="1500" kern="1200">
                <a:solidFill>
                  <a:schemeClr val="tx1"/>
                </a:solidFill>
                <a:latin typeface="Calibri Light" panose="020F03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AF2FF1-0F85-5948-B45D-85D15C7A6F9F}" type="slidenum">
              <a:rPr lang="en-US" smtClean="0">
                <a:solidFill>
                  <a:schemeClr val="tx1">
                    <a:lumMod val="75000"/>
                    <a:lumOff val="25000"/>
                  </a:schemeClr>
                </a:solidFill>
                <a:latin typeface="+mn-lt"/>
              </a:rPr>
              <a:pPr/>
              <a:t>‹#›</a:t>
            </a:fld>
            <a:endParaRPr lang="en-US" dirty="0">
              <a:solidFill>
                <a:schemeClr val="tx1">
                  <a:lumMod val="75000"/>
                  <a:lumOff val="25000"/>
                </a:schemeClr>
              </a:solidFill>
              <a:latin typeface="+mn-lt"/>
            </a:endParaRPr>
          </a:p>
        </p:txBody>
      </p:sp>
      <p:pic>
        <p:nvPicPr>
          <p:cNvPr id="22" name="Picture 21">
            <a:extLst>
              <a:ext uri="{FF2B5EF4-FFF2-40B4-BE49-F238E27FC236}">
                <a16:creationId xmlns:a16="http://schemas.microsoft.com/office/drawing/2014/main" id="{21B31D17-1F23-BC44-A237-A2155205E11C}"/>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34248"/>
          <a:stretch/>
        </p:blipFill>
        <p:spPr>
          <a:xfrm>
            <a:off x="10898505" y="322814"/>
            <a:ext cx="1203716" cy="835550"/>
          </a:xfrm>
          <a:prstGeom prst="rect">
            <a:avLst/>
          </a:prstGeom>
        </p:spPr>
      </p:pic>
      <p:sp>
        <p:nvSpPr>
          <p:cNvPr id="4" name="Title 1">
            <a:extLst>
              <a:ext uri="{FF2B5EF4-FFF2-40B4-BE49-F238E27FC236}">
                <a16:creationId xmlns:a16="http://schemas.microsoft.com/office/drawing/2014/main" id="{2BDFEDE7-E7EF-BA56-C693-D677BAC4656F}"/>
              </a:ext>
            </a:extLst>
          </p:cNvPr>
          <p:cNvSpPr txBox="1">
            <a:spLocks/>
          </p:cNvSpPr>
          <p:nvPr/>
        </p:nvSpPr>
        <p:spPr>
          <a:xfrm>
            <a:off x="-429117" y="3401109"/>
            <a:ext cx="10858748" cy="44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endParaRPr lang="en-US" dirty="0">
              <a:solidFill>
                <a:schemeClr val="tx1">
                  <a:lumMod val="75000"/>
                  <a:lumOff val="25000"/>
                </a:schemeClr>
              </a:solidFill>
              <a:latin typeface="Oswald" panose="00000500000000000000" pitchFamily="2" charset="0"/>
              <a:ea typeface="Open Sans Condensed Light" panose="020B0306030504020204" pitchFamily="34" charset="0"/>
              <a:cs typeface="Open Sans Condensed Light" panose="020B0306030504020204" pitchFamily="34" charset="0"/>
            </a:endParaRPr>
          </a:p>
        </p:txBody>
      </p:sp>
      <p:sp>
        <p:nvSpPr>
          <p:cNvPr id="5" name="Titelplatzhalter 4">
            <a:extLst>
              <a:ext uri="{FF2B5EF4-FFF2-40B4-BE49-F238E27FC236}">
                <a16:creationId xmlns:a16="http://schemas.microsoft.com/office/drawing/2014/main" id="{FF3EC424-F876-BDCD-A7C1-A5D874A0BF09}"/>
              </a:ext>
            </a:extLst>
          </p:cNvPr>
          <p:cNvSpPr>
            <a:spLocks noGrp="1"/>
          </p:cNvSpPr>
          <p:nvPr>
            <p:ph type="title"/>
          </p:nvPr>
        </p:nvSpPr>
        <p:spPr>
          <a:xfrm>
            <a:off x="371453" y="103805"/>
            <a:ext cx="10515600" cy="1054559"/>
          </a:xfrm>
          <a:prstGeom prst="rect">
            <a:avLst/>
          </a:prstGeom>
        </p:spPr>
        <p:txBody>
          <a:bodyPr vert="horz" lIns="91440" tIns="45720" rIns="91440" bIns="45720" rtlCol="0" anchor="b">
            <a:normAutofit/>
          </a:bodyPr>
          <a:lstStyle/>
          <a:p>
            <a:r>
              <a:rPr lang="de-DE" dirty="0"/>
              <a:t>Mastertitelformat bearbeiten</a:t>
            </a:r>
          </a:p>
        </p:txBody>
      </p:sp>
      <p:sp>
        <p:nvSpPr>
          <p:cNvPr id="2" name="Slide Number Placeholder 6">
            <a:extLst>
              <a:ext uri="{FF2B5EF4-FFF2-40B4-BE49-F238E27FC236}">
                <a16:creationId xmlns:a16="http://schemas.microsoft.com/office/drawing/2014/main" id="{A9FEC449-540F-CE78-4CED-98FA8B5F921B}"/>
              </a:ext>
            </a:extLst>
          </p:cNvPr>
          <p:cNvSpPr txBox="1">
            <a:spLocks/>
          </p:cNvSpPr>
          <p:nvPr/>
        </p:nvSpPr>
        <p:spPr>
          <a:xfrm>
            <a:off x="6618082" y="6460048"/>
            <a:ext cx="4882281" cy="365000"/>
          </a:xfrm>
          <a:prstGeom prst="rect">
            <a:avLst/>
          </a:prstGeom>
        </p:spPr>
        <p:txBody>
          <a:bodyPr/>
          <a:lstStyle>
            <a:defPPr>
              <a:defRPr lang="en-US"/>
            </a:defPPr>
            <a:lvl1pPr marL="0" algn="r" defTabSz="914400" rtl="0" eaLnBrk="1" latinLnBrk="0" hangingPunct="1">
              <a:defRPr sz="1500" kern="1200">
                <a:solidFill>
                  <a:schemeClr val="tx1"/>
                </a:solidFill>
                <a:latin typeface="Calibri Light" panose="020F03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noProof="0" dirty="0">
                <a:solidFill>
                  <a:schemeClr val="tx1">
                    <a:lumMod val="65000"/>
                    <a:lumOff val="35000"/>
                  </a:schemeClr>
                </a:solidFill>
              </a:rPr>
              <a:t>Your Name, Date</a:t>
            </a:r>
          </a:p>
          <a:p>
            <a:r>
              <a:rPr lang="en-US" sz="800" noProof="0" dirty="0">
                <a:solidFill>
                  <a:schemeClr val="tx1">
                    <a:lumMod val="65000"/>
                    <a:lumOff val="35000"/>
                  </a:schemeClr>
                </a:solidFill>
              </a:rPr>
              <a:t>Title</a:t>
            </a:r>
            <a:endParaRPr lang="en-US" sz="800" noProof="0" dirty="0">
              <a:solidFill>
                <a:schemeClr val="tx1">
                  <a:lumMod val="65000"/>
                  <a:lumOff val="35000"/>
                </a:schemeClr>
              </a:solidFill>
              <a:latin typeface="+mn-lt"/>
            </a:endParaRPr>
          </a:p>
        </p:txBody>
      </p:sp>
    </p:spTree>
    <p:extLst>
      <p:ext uri="{BB962C8B-B14F-4D97-AF65-F5344CB8AC3E}">
        <p14:creationId xmlns:p14="http://schemas.microsoft.com/office/powerpoint/2010/main" val="380840584"/>
      </p:ext>
    </p:extLst>
  </p:cSld>
  <p:clrMap bg1="lt1" tx1="dk1" bg2="lt2" tx2="dk2" accent1="accent1" accent2="accent2" accent3="accent3" accent4="accent4" accent5="accent5" accent6="accent6" hlink="hlink" folHlink="folHlink"/>
  <p:sldLayoutIdLst>
    <p:sldLayoutId id="2147483649" r:id="rId1"/>
    <p:sldLayoutId id="2147483675" r:id="rId2"/>
    <p:sldLayoutId id="2147483674" r:id="rId3"/>
    <p:sldLayoutId id="2147483671" r:id="rId4"/>
    <p:sldLayoutId id="2147483669" r:id="rId5"/>
    <p:sldLayoutId id="2147483673" r:id="rId6"/>
  </p:sldLayoutIdLst>
  <p:txStyles>
    <p:titleStyle>
      <a:lvl1pPr algn="l" defTabSz="914400" rtl="0" eaLnBrk="1" latinLnBrk="0" hangingPunct="1">
        <a:lnSpc>
          <a:spcPct val="90000"/>
        </a:lnSpc>
        <a:spcBef>
          <a:spcPct val="0"/>
        </a:spcBef>
        <a:buNone/>
        <a:defRPr sz="2800" kern="1200">
          <a:solidFill>
            <a:schemeClr val="tx1">
              <a:lumMod val="65000"/>
              <a:lumOff val="3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ACC154C1-E8C8-1E02-253C-2423EA136477}"/>
              </a:ext>
            </a:extLst>
          </p:cNvPr>
          <p:cNvSpPr>
            <a:spLocks noGrp="1"/>
          </p:cNvSpPr>
          <p:nvPr>
            <p:ph type="title"/>
          </p:nvPr>
        </p:nvSpPr>
        <p:spPr/>
        <p:txBody>
          <a:bodyPr>
            <a:normAutofit fontScale="90000"/>
          </a:bodyPr>
          <a:lstStyle/>
          <a:p>
            <a:r>
              <a:rPr lang="de-DE" dirty="0"/>
              <a:t>Progress </a:t>
            </a:r>
            <a:r>
              <a:rPr lang="de-DE" dirty="0" err="1"/>
              <a:t>Presentation</a:t>
            </a:r>
            <a:r>
              <a:rPr lang="de-DE" dirty="0"/>
              <a:t>: Guidelines</a:t>
            </a:r>
          </a:p>
        </p:txBody>
      </p:sp>
      <p:sp>
        <p:nvSpPr>
          <p:cNvPr id="10" name="Inhaltsplatzhalter 9">
            <a:extLst>
              <a:ext uri="{FF2B5EF4-FFF2-40B4-BE49-F238E27FC236}">
                <a16:creationId xmlns:a16="http://schemas.microsoft.com/office/drawing/2014/main" id="{16E10B76-17B1-7B0B-951C-5AB9EC752BE3}"/>
              </a:ext>
            </a:extLst>
          </p:cNvPr>
          <p:cNvSpPr>
            <a:spLocks noGrp="1"/>
          </p:cNvSpPr>
          <p:nvPr>
            <p:ph sz="quarter" idx="10"/>
          </p:nvPr>
        </p:nvSpPr>
        <p:spPr>
          <a:xfrm>
            <a:off x="841690" y="1351663"/>
            <a:ext cx="10056815" cy="4778375"/>
          </a:xfrm>
        </p:spPr>
        <p:txBody>
          <a:bodyPr>
            <a:noAutofit/>
          </a:bodyPr>
          <a:lstStyle/>
          <a:p>
            <a:r>
              <a:rPr lang="en-US" sz="1600" dirty="0"/>
              <a:t>The Progress Presentation </a:t>
            </a:r>
            <a:r>
              <a:rPr lang="en-US" sz="1600" b="1" dirty="0"/>
              <a:t>should include </a:t>
            </a:r>
            <a:r>
              <a:rPr lang="en-US" sz="1600" dirty="0"/>
              <a:t>the following elements:</a:t>
            </a:r>
          </a:p>
          <a:p>
            <a:pPr lvl="1"/>
            <a:r>
              <a:rPr lang="en-US" sz="1400" b="1" dirty="0"/>
              <a:t>1. Methodology / Approach (40%)</a:t>
            </a:r>
            <a:br>
              <a:rPr lang="en-US" sz="1400" dirty="0"/>
            </a:br>
            <a:r>
              <a:rPr lang="en-US" sz="1400" dirty="0"/>
              <a:t>Explain the reasoning behind your approach: Use clear figures (e.g., block diagrams, illustrations) to summarize the core idea and show how it addresses the project challenges/ Why this method and not another?/ Key advantages &amp; limitations</a:t>
            </a:r>
          </a:p>
          <a:p>
            <a:pPr lvl="1"/>
            <a:r>
              <a:rPr lang="en-US" sz="1400" b="1" dirty="0"/>
              <a:t>2. Project Results (30%)</a:t>
            </a:r>
            <a:br>
              <a:rPr lang="en-US" sz="1400" dirty="0"/>
            </a:br>
            <a:r>
              <a:rPr lang="en-US" sz="1400" dirty="0"/>
              <a:t>Show how fast your solution is by time trials in real. Prove your robustness by providing success rates in simulation. Note that plots and videos greatly enhance how viewers can follow your presentation.</a:t>
            </a:r>
          </a:p>
          <a:p>
            <a:pPr lvl="1"/>
            <a:r>
              <a:rPr lang="en-US" sz="1400" b="1" dirty="0"/>
              <a:t>3. Discussion (30%)</a:t>
            </a:r>
            <a:br>
              <a:rPr lang="en-US" sz="1400" dirty="0"/>
            </a:br>
            <a:r>
              <a:rPr lang="en-US" sz="1400" dirty="0"/>
              <a:t>Evaluate your results in relation to literature, discuss its advantages and limitations, and give an outlook what future work would be focused on.</a:t>
            </a:r>
          </a:p>
          <a:p>
            <a:r>
              <a:rPr lang="en-US" sz="1600" b="1" dirty="0"/>
              <a:t>Do not include </a:t>
            </a:r>
            <a:r>
              <a:rPr lang="en-US" sz="1600" dirty="0"/>
              <a:t>Information that is identical for all groups (e.g., the assignment description, race track details, the hardware, …)</a:t>
            </a:r>
          </a:p>
          <a:p>
            <a:r>
              <a:rPr lang="en-US" sz="1600" dirty="0"/>
              <a:t>The presentation should be </a:t>
            </a:r>
            <a:r>
              <a:rPr lang="en-US" sz="1600" b="1" dirty="0"/>
              <a:t>7 minutes </a:t>
            </a:r>
            <a:r>
              <a:rPr lang="en-US" sz="1600" dirty="0"/>
              <a:t>long If you take too long, we will need to </a:t>
            </a:r>
            <a:r>
              <a:rPr lang="en-US" sz="1600" b="1" dirty="0"/>
              <a:t>abort your presentation</a:t>
            </a:r>
            <a:r>
              <a:rPr lang="en-US" sz="1600" dirty="0"/>
              <a:t>! </a:t>
            </a:r>
            <a:r>
              <a:rPr lang="en-US" sz="1600" b="1" dirty="0"/>
              <a:t>All members should equally contribute to the presentation</a:t>
            </a:r>
            <a:r>
              <a:rPr lang="en-US" sz="1600" dirty="0"/>
              <a:t>. All members are required to attend this session. In case you need to present virtually, please notify us prior to the session.</a:t>
            </a:r>
          </a:p>
          <a:p>
            <a:r>
              <a:rPr lang="en-US" sz="1600" dirty="0"/>
              <a:t>You should use this slide deck as a template for your presentation. </a:t>
            </a:r>
            <a:r>
              <a:rPr lang="en-US" sz="1600" b="1" dirty="0"/>
              <a:t>Submission deadline on Moodle is the day before the presentations, 23:59 CET.</a:t>
            </a:r>
          </a:p>
          <a:p>
            <a:endParaRPr lang="en-US" sz="1400" dirty="0"/>
          </a:p>
          <a:p>
            <a:endParaRPr lang="de-DE" sz="1400" dirty="0"/>
          </a:p>
        </p:txBody>
      </p:sp>
      <p:sp>
        <p:nvSpPr>
          <p:cNvPr id="11" name="Textplatzhalter 10">
            <a:extLst>
              <a:ext uri="{FF2B5EF4-FFF2-40B4-BE49-F238E27FC236}">
                <a16:creationId xmlns:a16="http://schemas.microsoft.com/office/drawing/2014/main" id="{0CD9C344-768D-7996-AE2B-41BF9D8FEB47}"/>
              </a:ext>
            </a:extLst>
          </p:cNvPr>
          <p:cNvSpPr>
            <a:spLocks noGrp="1"/>
          </p:cNvSpPr>
          <p:nvPr>
            <p:ph type="body" sz="quarter" idx="11"/>
          </p:nvPr>
        </p:nvSpPr>
        <p:spPr/>
        <p:txBody>
          <a:bodyPr/>
          <a:lstStyle/>
          <a:p>
            <a:endParaRPr lang="de-DE"/>
          </a:p>
        </p:txBody>
      </p:sp>
      <p:sp>
        <p:nvSpPr>
          <p:cNvPr id="12" name="Textplatzhalter 11">
            <a:extLst>
              <a:ext uri="{FF2B5EF4-FFF2-40B4-BE49-F238E27FC236}">
                <a16:creationId xmlns:a16="http://schemas.microsoft.com/office/drawing/2014/main" id="{FCBED8F5-22E9-CA7A-F907-D5D5C756F6F7}"/>
              </a:ext>
            </a:extLst>
          </p:cNvPr>
          <p:cNvSpPr>
            <a:spLocks noGrp="1"/>
          </p:cNvSpPr>
          <p:nvPr>
            <p:ph type="body" sz="quarter" idx="12"/>
          </p:nvPr>
        </p:nvSpPr>
        <p:spPr/>
        <p:txBody>
          <a:bodyPr/>
          <a:lstStyle/>
          <a:p>
            <a:endParaRPr lang="de-DE" dirty="0"/>
          </a:p>
        </p:txBody>
      </p:sp>
    </p:spTree>
    <p:extLst>
      <p:ext uri="{BB962C8B-B14F-4D97-AF65-F5344CB8AC3E}">
        <p14:creationId xmlns:p14="http://schemas.microsoft.com/office/powerpoint/2010/main" val="401149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EE1622-0480-EB26-D5DA-6BA6C187B065}"/>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BB8A39F7-1821-4040-DB10-BFC97E42826C}"/>
              </a:ext>
            </a:extLst>
          </p:cNvPr>
          <p:cNvSpPr>
            <a:spLocks noGrp="1"/>
          </p:cNvSpPr>
          <p:nvPr>
            <p:ph sz="quarter" idx="10"/>
          </p:nvPr>
        </p:nvSpPr>
        <p:spPr/>
        <p:txBody>
          <a:bodyPr/>
          <a:lstStyle/>
          <a:p>
            <a:endParaRPr lang="de-DE"/>
          </a:p>
        </p:txBody>
      </p:sp>
      <p:sp>
        <p:nvSpPr>
          <p:cNvPr id="4" name="Inhaltsplatzhalter 3">
            <a:extLst>
              <a:ext uri="{FF2B5EF4-FFF2-40B4-BE49-F238E27FC236}">
                <a16:creationId xmlns:a16="http://schemas.microsoft.com/office/drawing/2014/main" id="{01B39CB9-3823-D46C-78F2-7E2F21BCD5D4}"/>
              </a:ext>
            </a:extLst>
          </p:cNvPr>
          <p:cNvSpPr>
            <a:spLocks noGrp="1"/>
          </p:cNvSpPr>
          <p:nvPr>
            <p:ph sz="quarter" idx="11"/>
          </p:nvPr>
        </p:nvSpPr>
        <p:spPr/>
        <p:txBody>
          <a:bodyPr/>
          <a:lstStyle/>
          <a:p>
            <a:endParaRPr lang="de-DE"/>
          </a:p>
        </p:txBody>
      </p:sp>
      <p:sp>
        <p:nvSpPr>
          <p:cNvPr id="5" name="Inhaltsplatzhalter 4">
            <a:extLst>
              <a:ext uri="{FF2B5EF4-FFF2-40B4-BE49-F238E27FC236}">
                <a16:creationId xmlns:a16="http://schemas.microsoft.com/office/drawing/2014/main" id="{A79558C6-26F8-8038-AA1D-7EBBE4252C5A}"/>
              </a:ext>
            </a:extLst>
          </p:cNvPr>
          <p:cNvSpPr>
            <a:spLocks noGrp="1"/>
          </p:cNvSpPr>
          <p:nvPr>
            <p:ph sz="quarter" idx="12"/>
          </p:nvPr>
        </p:nvSpPr>
        <p:spPr/>
        <p:txBody>
          <a:bodyPr/>
          <a:lstStyle/>
          <a:p>
            <a:endParaRPr lang="de-DE"/>
          </a:p>
        </p:txBody>
      </p:sp>
    </p:spTree>
    <p:extLst>
      <p:ext uri="{BB962C8B-B14F-4D97-AF65-F5344CB8AC3E}">
        <p14:creationId xmlns:p14="http://schemas.microsoft.com/office/powerpoint/2010/main" val="1374894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A78353C0-774F-FEDA-A19E-486D36591008}"/>
              </a:ext>
            </a:extLst>
          </p:cNvPr>
          <p:cNvSpPr>
            <a:spLocks noGrp="1"/>
          </p:cNvSpPr>
          <p:nvPr>
            <p:ph type="title"/>
          </p:nvPr>
        </p:nvSpPr>
        <p:spPr/>
        <p:txBody>
          <a:bodyPr>
            <a:normAutofit fontScale="90000"/>
          </a:bodyPr>
          <a:lstStyle/>
          <a:p>
            <a:endParaRPr lang="de-DE"/>
          </a:p>
        </p:txBody>
      </p:sp>
      <p:sp>
        <p:nvSpPr>
          <p:cNvPr id="7" name="Inhaltsplatzhalter 6">
            <a:extLst>
              <a:ext uri="{FF2B5EF4-FFF2-40B4-BE49-F238E27FC236}">
                <a16:creationId xmlns:a16="http://schemas.microsoft.com/office/drawing/2014/main" id="{DB16E858-9BC9-58E2-2A5C-7E4F099841E7}"/>
              </a:ext>
            </a:extLst>
          </p:cNvPr>
          <p:cNvSpPr>
            <a:spLocks noGrp="1"/>
          </p:cNvSpPr>
          <p:nvPr>
            <p:ph sz="quarter" idx="10"/>
          </p:nvPr>
        </p:nvSpPr>
        <p:spPr/>
        <p:txBody>
          <a:bodyPr/>
          <a:lstStyle/>
          <a:p>
            <a:endParaRPr lang="de-DE"/>
          </a:p>
        </p:txBody>
      </p:sp>
      <p:sp>
        <p:nvSpPr>
          <p:cNvPr id="8" name="Textplatzhalter 7">
            <a:extLst>
              <a:ext uri="{FF2B5EF4-FFF2-40B4-BE49-F238E27FC236}">
                <a16:creationId xmlns:a16="http://schemas.microsoft.com/office/drawing/2014/main" id="{D0319F7D-8555-EC50-4BE6-F9E286D2BB32}"/>
              </a:ext>
            </a:extLst>
          </p:cNvPr>
          <p:cNvSpPr>
            <a:spLocks noGrp="1"/>
          </p:cNvSpPr>
          <p:nvPr>
            <p:ph type="body" sz="quarter" idx="11"/>
          </p:nvPr>
        </p:nvSpPr>
        <p:spPr/>
        <p:txBody>
          <a:bodyPr/>
          <a:lstStyle/>
          <a:p>
            <a:endParaRPr lang="de-DE"/>
          </a:p>
        </p:txBody>
      </p:sp>
      <p:sp>
        <p:nvSpPr>
          <p:cNvPr id="9" name="Textplatzhalter 8">
            <a:extLst>
              <a:ext uri="{FF2B5EF4-FFF2-40B4-BE49-F238E27FC236}">
                <a16:creationId xmlns:a16="http://schemas.microsoft.com/office/drawing/2014/main" id="{B14F4106-8167-06AF-8A03-00FFFDD2D598}"/>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4230934663"/>
      </p:ext>
    </p:extLst>
  </p:cSld>
  <p:clrMapOvr>
    <a:masterClrMapping/>
  </p:clrMapOvr>
</p:sld>
</file>

<file path=ppt/theme/theme1.xml><?xml version="1.0" encoding="utf-8"?>
<a:theme xmlns:a="http://schemas.openxmlformats.org/drawingml/2006/main" name="LSY_template_2025_v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nutzerdefiniert 1">
      <a:majorFont>
        <a:latin typeface="Oswald"/>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5875">
          <a:solidFill>
            <a:schemeClr val="bg1">
              <a:lumMod val="50000"/>
            </a:schemeClr>
          </a:solidFill>
          <a:prstDash val="dash"/>
          <a:headEnd type="oval" w="sm" len="sm"/>
          <a:tailEnd type="stealth" w="lg" len="lg"/>
        </a:ln>
      </a:spPr>
      <a:bodyPr rtlCol="0" anchor="ctr"/>
      <a:lstStyle>
        <a:defPPr algn="ctr">
          <a:defRPr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LSY_template_2025_v3" id="{72C4A47F-C597-453D-A4D8-A8C5A5E25664}" vid="{2B9D18F7-30E7-4838-8BA8-E950BFA62F83}"/>
    </a:ext>
  </a:extLst>
</a:theme>
</file>

<file path=docProps/app.xml><?xml version="1.0" encoding="utf-8"?>
<Properties xmlns="http://schemas.openxmlformats.org/officeDocument/2006/extended-properties" xmlns:vt="http://schemas.openxmlformats.org/officeDocument/2006/docPropsVTypes">
  <Template>LSY_template_2025_v3</Template>
  <TotalTime>2</TotalTime>
  <Words>253</Words>
  <Application>Microsoft Office PowerPoint</Application>
  <PresentationFormat>Widescreen</PresentationFormat>
  <Paragraphs>8</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Calibri Light</vt:lpstr>
      <vt:lpstr>Oswald</vt:lpstr>
      <vt:lpstr>Oswald ExtraLight</vt:lpstr>
      <vt:lpstr>LSY_template_2025_v3</vt:lpstr>
      <vt:lpstr>Progress Presentation: Guidelines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Marcel Rath</dc:creator>
  <cp:lastModifiedBy>Marcel Rath</cp:lastModifiedBy>
  <cp:revision>13</cp:revision>
  <dcterms:created xsi:type="dcterms:W3CDTF">2025-11-18T15:10:33Z</dcterms:created>
  <dcterms:modified xsi:type="dcterms:W3CDTF">2026-06-23T12:38:53Z</dcterms:modified>
</cp:coreProperties>
</file>